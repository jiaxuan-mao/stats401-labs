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10f68b71e24d5f" /><Relationship Type="http://schemas.openxmlformats.org/officeDocument/2006/relationships/extended-properties" Target="/docProps/app.xml" Id="Rf671cbd77a3a4265" /><Relationship Type="http://schemas.openxmlformats.org/officeDocument/2006/relationships/officeDocument" Target="/ppt/presentation.xml" Id="R61a2ad035b52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9a62638da42b2"/>
  </p:sldMasterIdLst>
  <p:notesMasterIdLst>
    <p:notesMasterId xmlns:r="http://schemas.openxmlformats.org/officeDocument/2006/relationships" r:id="R442a3d4e8a23469a"/>
  </p:notesMasterIdLst>
  <p:sldIdLst>
    <p:sldId xmlns:r="http://schemas.openxmlformats.org/officeDocument/2006/relationships" id="256" r:id="Rf29f03bfe9cd45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619d4319924a62" /><Relationship Type="http://schemas.openxmlformats.org/officeDocument/2006/relationships/slideMaster" Target="/ppt/slideMasters/slideMaster1.xml" Id="R7b79a62638da42b2" /><Relationship Type="http://schemas.openxmlformats.org/officeDocument/2006/relationships/notesMaster" Target="/ppt/notesMasters/notesMaster1.xml" Id="R442a3d4e8a23469a" /><Relationship Type="http://schemas.openxmlformats.org/officeDocument/2006/relationships/presProps" Target="/ppt/presProps.xml" Id="R03612165c6094ba9" /><Relationship Type="http://schemas.openxmlformats.org/officeDocument/2006/relationships/tableStyles" Target="/ppt/tableStyles.xml" Id="R102625d890724cb2" /><Relationship Type="http://schemas.openxmlformats.org/officeDocument/2006/relationships/slide" Target="/ppt/slides/slide1.xml" Id="Rf29f03bfe9cd45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ce15e997b240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db56f53a4402f" /><Relationship Type="http://schemas.openxmlformats.org/officeDocument/2006/relationships/notesMaster" Target="/ppt/notesMasters/notesMaster1.xml" Id="R53e73b26fa5d42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One-minute script: The original IEA Sankey succeeds because flow width preserves the energy-balance structure and the whole system fits in one view. But thin links disappear, categories compete for attention, and year-to-year change is difficult to hold in memory. My redesign keeps the Sankey grammar, increases carrier contrast, adds Major and All flows, keeps a clicked carrier in a persistent detail panel, and makes 2019–2023 playback explicit. The public prototype uses open Eurostat data, so the interaction design is comparable but the values are not IEA data. Sources: IEA Energy Sankey; IEA Understanding and using the Energy Balance; Eurostat nrg_bal_c.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ae5e2631448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39f432810f43de" /><Relationship Type="http://schemas.openxmlformats.org/officeDocument/2006/relationships/slideLayout" Target="/ppt/slideLayouts/slideLayout1.xml" Id="R5dfdbb3c9ed84d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fdbb3c9ed84d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a7c35d0e9433a" /><Relationship Type="http://schemas.openxmlformats.org/officeDocument/2006/relationships/image" Target="/ppt/media/image.jpeg" Id="Ra04c18b0faa34dae" /><Relationship Type="http://schemas.openxmlformats.org/officeDocument/2006/relationships/image" Target="/ppt/media/image.png" Id="R508a9d806ec2471c" /><Relationship Type="http://schemas.openxmlformats.org/officeDocument/2006/relationships/notesSlide" Target="/ppt/notesSlides/notesSlide1.xml" Id="Rfcd3f1389b894e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7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31C43-9098-49DA-A15D-39F78ED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68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E768E"/>
                </a:solidFill>
                <a:latin typeface="Arial"/>
                <a:ea typeface="Arial"/>
                <a:cs typeface="Arial"/>
              </a:rPr>
              <a:t>IEA ENERGY SANKEY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1C1F2-5C92-47EF-8BF6-B67FB46E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From a complete balance to a readable exploration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12880-3E85-439E-ADC5-84756BD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4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9747D"/>
                </a:solidFill>
                <a:latin typeface="Arial"/>
                <a:ea typeface="Arial"/>
                <a:cs typeface="Arial"/>
              </a:rPr>
              <a:t>One-minute visualization critique and redesign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0C4AB-BD78-4696-B38C-1953F6A4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5334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D39B1-29DD-46CE-8E7C-5F58AAE6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85900"/>
            <a:ext cx="53340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F399B-9A69-4799-892D-A94489F0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4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9747D"/>
                </a:solidFill>
                <a:latin typeface="Arial"/>
                <a:ea typeface="Arial"/>
                <a:cs typeface="Arial"/>
              </a:rPr>
              <a:t>ORIGINAL · IEA ENERGY BALANCE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96CE5-2CF9-4BA5-9710-38C9AD91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768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E768E"/>
                </a:solidFill>
                <a:latin typeface="Arial"/>
                <a:ea typeface="Arial"/>
                <a:cs typeface="Arial"/>
              </a:rPr>
              <a:t>REDESIGN · D3 + EUROSTAT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c18b0faa34dae"/>
          <a:stretch xmlns:a="http://schemas.openxmlformats.org/drawingml/2006/main"/>
        </p:blipFill>
        <p:spPr>
          <a:xfrm xmlns:a="http://schemas.openxmlformats.org/drawingml/2006/main">
            <a:off x="1464733" y="1885950"/>
            <a:ext cx="3471333" cy="1952625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a9d806ec2471c"/>
          <a:srcRect xmlns:a="http://schemas.openxmlformats.org/drawingml/2006/main" l="0" t="22967" r="0" b="22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1885950"/>
            <a:ext cx="495300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C6CB5-5687-4C83-BC55-AADA8449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7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36772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9095D-53A2-4EE6-B356-3C91D965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5772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0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047"/>
                </a:solidFill>
                <a:latin typeface="Arial"/>
                <a:ea typeface="Arial"/>
                <a:cs typeface="Arial"/>
              </a:rPr>
              <a:t>Flow width preserves the energy-balance structure. One canvas connects supply, conversion, losses and end 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78501-7213-4AE2-8B81-76944233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A4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34A4A"/>
                </a:solidFill>
                <a:latin typeface="Arial"/>
                <a:ea typeface="Arial"/>
                <a:cs typeface="Arial"/>
              </a:rPr>
              <a:t>WHAT BREAKS DOWN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61723-13F5-4709-A953-BC4C8C0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5772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0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047"/>
                </a:solidFill>
                <a:latin typeface="Arial"/>
                <a:ea typeface="Arial"/>
                <a:cs typeface="Arial"/>
              </a:rPr>
              <a:t>Thin links disappear. Categories compete for attention. Year changes are hard to compare without a persistent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5D4AC-FBB1-42CC-AD0F-6EF43A66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768E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E768E"/>
                </a:solidFill>
                <a:latin typeface="Arial"/>
                <a:ea typeface="Arial"/>
                <a:cs typeface="Arial"/>
              </a:rPr>
              <a:t>REDESIGN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09645-98E2-41DB-A3D5-92605DCE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57725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0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34047"/>
                </a:solidFill>
                <a:latin typeface="Arial"/>
                <a:ea typeface="Arial"/>
                <a:cs typeface="Arial"/>
              </a:rPr>
              <a:t>High-contrast carrier roles, Major / All flows, click-to-focus details, and a 2019–2023 year player make targeted questions visible.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58DA1-F753-4550-B0CB-98AA9067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3E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7622A-7AAB-434D-80DE-7D9CAF46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027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Takeaway: keep the Sankey grammar, then make focus, time and explanation persistent on the same page.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F7BA8-9F7D-4D66-B296-A8D4EC76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4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47D"/>
                </a:solidFill>
                <a:latin typeface="Arial"/>
                <a:ea typeface="Arial"/>
                <a:cs typeface="Arial"/>
              </a:rPr>
              <a:t>Original: IEA Energy Sankey · Redesign data: Eurostat nrg_bal_c · Values in the redesign are not IEA data</a:t>
            </a:r>
          </a:p>
        </p:txBody>
      </p:sp>
    </p:spTree>
    <p:extLst>
      <p:ext uri="{BB962C8B-B14F-4D97-AF65-F5344CB8AC3E}">
        <p14:creationId xmlns:p14="http://schemas.microsoft.com/office/powerpoint/2010/main" val="254044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2026-09-26T13:50:36.7830000Z</dcterms:created>
  <dcterms:modified xsi:type="dcterms:W3CDTF">2026-09-26T13:50:36.7830000Z</dcterms:modified>
</coreProperties>
</file>